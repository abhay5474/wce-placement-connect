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544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MiniProject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1828799"/>
            <a:ext cx="10362895" cy="793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 </a:t>
            </a: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IN" sz="2400" b="1" dirty="0" err="1">
                <a:solidFill>
                  <a:srgbClr val="0070C0"/>
                </a:solidFill>
              </a:rPr>
              <a:t>WCEConnect</a:t>
            </a:r>
            <a:r>
              <a:rPr lang="en-IN" sz="2400" b="1" dirty="0">
                <a:solidFill>
                  <a:srgbClr val="0070C0"/>
                </a:solidFill>
              </a:rPr>
              <a:t> AI: An Intelligent Knowledge Sharing and Blogging Platform for Educational Institution 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14198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Guide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59918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U. B. Chavan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51358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97078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Vaibhav Sunil Sarode          246200007</a:t>
            </a:r>
            <a:endParaRPr lang="en-US" sz="2000" dirty="0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9BDAE1F7-805D-6976-E0EB-3913C8801271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8936A001-0E2B-55A6-3D78-1AE5675EC29A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 : WCEConnect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1082009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a college generates a wealth of placement knowledge — interview experiences, company insights, real questions and preparation strategies — but it is scattered across WhatsApp chats, private notes and seniors’ memory, and is lost when each batch graduates. Juniors repeat the same mistakes, cannot find company-specific preparation or verified guidance, and plain keyword search misses relevant experiences worded differently. A smart, AI-based platform is needed to capture these experiences and turn them into a structured, searchable and trustworthy institutional knowledge base.</a:t>
            </a:r>
            <a:endParaRPr lang="en-US" sz="180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FDD14F9-9122-C46F-D894-DF147959B9DE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E5A348E1-B8C4-4BCF-072A-BB18B55BF4F2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4543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Sharing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An AI platform where students publish structured placement experiences (company, rounds, questions, prep).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Understanding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AI automatically summarizes, classifies and extracts interview questions from every write-up.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+ RAG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 grounded assistant answers using only real WCEConnect content, with source citations — never hallucinating.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+ Governed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Reading is public; contributing is admin-approved; content carries Student / Verified / Official trust levels.</a:t>
            </a:r>
            <a:endParaRPr lang="en-US" sz="170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3F2C352-7EC7-CDBC-7C3D-46E191D9A419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548C9115-772E-2A60-596D-8D627A517323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4543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Editor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Structured placement template with an AI writing assistant and one-click auto-format.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Question Bank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Interview questions auto-extracted from experiences, tagged by topic and difficulty, fully searchable.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Assistant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 placement chatbot grounded in real content that cites the source blogs for every answer.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Hub &amp; Recommendations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Per-company pages, AI prep summaries, and personalized recommendations by skills, branch and target companies.</a:t>
            </a:r>
            <a:endParaRPr lang="en-US" sz="170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7C8C924-69B3-8296-CD00-E2B44360A96F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96A5E9E-4196-14AE-BF5A-8E553BE1E751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1432" y="2468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1432" y="24688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writes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47392" y="246888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85720" y="2468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5720" y="24688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• classify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Q • embed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1680" y="246888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90008" y="2468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0008" y="24688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vector-indexed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55968" y="246888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94296" y="2468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4296" y="24688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RAG assistant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60256" y="246888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98584" y="2468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8584" y="24688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citations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results are cached by content-hash and run in the background — embeddings regenerate only when content changes, keeping it fast and cost-controlled.</a:t>
            </a:r>
            <a:endParaRPr lang="en-US" sz="1500" dirty="0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297BD539-0403-6802-3B70-D0958A74A7E0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76367670-824A-1EA3-C07A-6F174F294790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4584" y="237744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4584" y="2377440"/>
            <a:ext cx="2084832" cy="548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54584" y="248716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5752" y="3063240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(Vite)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Query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4008" y="237744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4008" y="2377440"/>
            <a:ext cx="2084832" cy="548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2804008" y="248716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05176" y="3063240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/api/v1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RBAC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3432" y="237744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3432" y="2377440"/>
            <a:ext cx="2084832" cy="548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53432" y="248716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4600" y="3063240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(Mongoose)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Vector Search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02856" y="237744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02856" y="2377440"/>
            <a:ext cx="2084832" cy="548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7302856" y="248716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04024" y="3063240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(gpt-oss)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embeddings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52280" y="237744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2280" y="2377440"/>
            <a:ext cx="2084832" cy="548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9552280" y="248716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53448" y="3063240"/>
            <a:ext cx="17190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/ Render</a:t>
            </a:r>
            <a:endParaRPr lang="en-US" sz="1300" dirty="0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3DBB5A78-5043-59AD-55B5-34A1B693BCFB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55AEB1C1-6F7C-5E64-DBA4-219F5BD3A590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Innovativeness / USP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4543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Institution-Grounded RAG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The assistant answers only from real WCEConnect experiences and cites sources — it never invents college-specific facts.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to Structured Data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AI converts free-form write-ups into searchable questions, summaries and tags automatically.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Provider-Agnostic AI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Groq + Gemini today, swappable tomorrow, with a deterministic mock fallback so it runs even with zero paid keys.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not Censorship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Verification badges plus AI moderation that flags content for human review — never auto-deletes.</a:t>
            </a:r>
            <a:endParaRPr lang="en-US" sz="170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256FD05-D809-0D89-F40D-F5C091812826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72EC61F-0100-DD7B-0DDA-01ED65C2414F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Users, Benefits &amp; Feasibility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4543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Students (juniors preparing, seniors sharing), Placement Coordinators, Faculty and Admins.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Benefit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Real preparation material, a searchable question bank and personalized AI guidance.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Benefit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Preserved institutional knowledge, verified content, analytics and better placement outcomes.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Built on a proven, low-cost MERN stack with free-tier Groq &amp; Gemini; secure (JWT, RBAC, validation) and cloud-deployable.</a:t>
            </a:r>
            <a:endParaRPr lang="en-US" sz="170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634D756-2043-7958-8DF9-E629997F95B0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B89F1E4D-2CE1-8B14-F9C5-12777F44C12A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320040"/>
            <a:ext cx="8168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Walchand College of Engineering, Sangli</a:t>
            </a:r>
            <a:endParaRPr lang="en-US" sz="23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(Academic Year 2025-26)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4543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Atlas Vector Search at scale, auto-moderation queue for AI-flagged content, and a resume analyzer.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Term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Preparation roadmaps with progress tracking, company comparison, and multilingual experiences.</a:t>
            </a:r>
            <a:endParaRPr lang="en-US" sz="1700" dirty="0"/>
          </a:p>
          <a:p>
            <a:pPr marL="279400" indent="-279400">
              <a:lnSpc>
                <a:spcPct val="10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Expand beyond placements — internships, scholarships, research, hackathons and alumni knowledge — plus a mobile app.</a:t>
            </a:r>
            <a:endParaRPr lang="en-US" sz="170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14628A4-5DAC-CB02-8441-CFDF89C6F7C8}"/>
              </a:ext>
            </a:extLst>
          </p:cNvPr>
          <p:cNvSpPr/>
          <p:nvPr/>
        </p:nvSpPr>
        <p:spPr>
          <a:xfrm>
            <a:off x="0" y="1"/>
            <a:ext cx="1892300" cy="1417320"/>
          </a:xfrm>
          <a:custGeom>
            <a:avLst/>
            <a:gdLst/>
            <a:ahLst/>
            <a:cxnLst/>
            <a:rect l="l" t="t" r="r" b="b"/>
            <a:pathLst>
              <a:path w="2466974" h="1847849">
                <a:moveTo>
                  <a:pt x="0" y="0"/>
                </a:moveTo>
                <a:lnTo>
                  <a:pt x="2466974" y="0"/>
                </a:lnTo>
                <a:lnTo>
                  <a:pt x="2466974" y="1847849"/>
                </a:lnTo>
                <a:lnTo>
                  <a:pt x="0" y="184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44B20162-0765-BB54-192A-E9D081A30C9B}"/>
              </a:ext>
            </a:extLst>
          </p:cNvPr>
          <p:cNvSpPr/>
          <p:nvPr/>
        </p:nvSpPr>
        <p:spPr>
          <a:xfrm>
            <a:off x="10762304" y="29501"/>
            <a:ext cx="1429391" cy="1296379"/>
          </a:xfrm>
          <a:custGeom>
            <a:avLst/>
            <a:gdLst/>
            <a:ahLst/>
            <a:cxnLst/>
            <a:rect l="l" t="t" r="r" b="b"/>
            <a:pathLst>
              <a:path w="1429391" h="1671973">
                <a:moveTo>
                  <a:pt x="0" y="0"/>
                </a:moveTo>
                <a:lnTo>
                  <a:pt x="1429391" y="0"/>
                </a:lnTo>
                <a:lnTo>
                  <a:pt x="1429391" y="1671973"/>
                </a:lnTo>
                <a:lnTo>
                  <a:pt x="0" y="167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" r="-13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-457200"/>
            <a:ext cx="685800" cy="1371600"/>
          </a:xfrm>
          <a:prstGeom prst="roundRect">
            <a:avLst>
              <a:gd name="adj" fmla="val 40000"/>
            </a:avLst>
          </a:prstGeom>
          <a:solidFill>
            <a:srgbClr val="FBE4BE"/>
          </a:solidFill>
          <a:ln/>
        </p:spPr>
      </p:sp>
      <p:sp>
        <p:nvSpPr>
          <p:cNvPr id="3" name="Shape 1"/>
          <p:cNvSpPr/>
          <p:nvPr/>
        </p:nvSpPr>
        <p:spPr>
          <a:xfrm>
            <a:off x="11140135" y="-457200"/>
            <a:ext cx="685800" cy="1371600"/>
          </a:xfrm>
          <a:prstGeom prst="roundRect">
            <a:avLst>
              <a:gd name="adj" fmla="val 40000"/>
            </a:avLst>
          </a:prstGeom>
          <a:solidFill>
            <a:srgbClr val="FBE4B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FBE4B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741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WCEConnect AI — MiniProject</dc:title>
  <dc:subject>PptxGenJS Presentation</dc:subject>
  <dc:creator>Vaibhav Sunil Sarode</dc:creator>
  <cp:lastModifiedBy>Vaibhav Sarode</cp:lastModifiedBy>
  <cp:revision>2</cp:revision>
  <dcterms:created xsi:type="dcterms:W3CDTF">2026-08-21T10:05:36Z</dcterms:created>
  <dcterms:modified xsi:type="dcterms:W3CDTF">2026-08-21T16:34:29Z</dcterms:modified>
</cp:coreProperties>
</file>